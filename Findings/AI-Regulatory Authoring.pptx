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8" r:id="rId2"/>
    <p:sldId id="256" r:id="rId3"/>
    <p:sldId id="259" r:id="rId4"/>
    <p:sldId id="262"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18"/>
    <p:restoredTop sz="94681"/>
  </p:normalViewPr>
  <p:slideViewPr>
    <p:cSldViewPr snapToGrid="0">
      <p:cViewPr varScale="1">
        <p:scale>
          <a:sx n="97" d="100"/>
          <a:sy n="97" d="100"/>
        </p:scale>
        <p:origin x="232" y="7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C829DC-F09D-0E41-88E8-27BFDBAD7D69}" type="datetimeFigureOut">
              <a:rPr lang="en-US" smtClean="0"/>
              <a:t>4/10/26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21CAA3-D09C-A341-8E15-4CCDBEA8C137}" type="slidenum">
              <a:rPr lang="en-US" smtClean="0"/>
              <a:t>‹#›</a:t>
            </a:fld>
            <a:endParaRPr lang="en-US"/>
          </a:p>
        </p:txBody>
      </p:sp>
    </p:spTree>
    <p:extLst>
      <p:ext uri="{BB962C8B-B14F-4D97-AF65-F5344CB8AC3E}">
        <p14:creationId xmlns:p14="http://schemas.microsoft.com/office/powerpoint/2010/main" val="3873670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
AI-driven CTD structure scaffolding enables precise methodology refinement. Compliance officer approval ensures CTD structures are copied to the program level for regulatory alignment. Template generation and mapping to CTD modules involve collaboration among Data-Analyst agents, module-wise personnel, validators, and content writers, with global state management and state persistence for robust workflow control.</a:t>
            </a:r>
          </a:p>
        </p:txBody>
      </p:sp>
      <p:sp>
        <p:nvSpPr>
          <p:cNvPr id="4" name="Slide Number Placeholder 3"/>
          <p:cNvSpPr>
            <a:spLocks noGrp="1"/>
          </p:cNvSpPr>
          <p:nvPr>
            <p:ph type="sldNum" sz="quarter" idx="5"/>
          </p:nvPr>
        </p:nvSpPr>
        <p:spPr/>
        <p:txBody>
          <a:bodyPr/>
          <a:lstStyle/>
          <a:p>
            <a:fld id="{7121CAA3-D09C-A341-8E15-4CCDBEA8C137}" type="slidenum">
              <a:rPr lang="en-US" smtClean="0"/>
              <a:t>3</a:t>
            </a:fld>
            <a:endParaRPr lang="en-US"/>
          </a:p>
        </p:txBody>
      </p:sp>
    </p:spTree>
    <p:extLst>
      <p:ext uri="{BB962C8B-B14F-4D97-AF65-F5344CB8AC3E}">
        <p14:creationId xmlns:p14="http://schemas.microsoft.com/office/powerpoint/2010/main" val="889123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EC798-0CF8-F1FC-1826-DAD10BFD2F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FF40891-B06C-C53D-FAF5-AC85F7CA2E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4BCEFA-D9B0-07D7-D64F-BA5C8AB04E85}"/>
              </a:ext>
            </a:extLst>
          </p:cNvPr>
          <p:cNvSpPr>
            <a:spLocks noGrp="1"/>
          </p:cNvSpPr>
          <p:nvPr>
            <p:ph type="dt" sz="half" idx="10"/>
          </p:nvPr>
        </p:nvSpPr>
        <p:spPr/>
        <p:txBody>
          <a:bodyPr/>
          <a:lstStyle/>
          <a:p>
            <a:fld id="{339B7B85-C979-D445-B913-DAEE4AF6E7F5}" type="datetimeFigureOut">
              <a:rPr lang="en-US" smtClean="0"/>
              <a:t>4/10/26</a:t>
            </a:fld>
            <a:endParaRPr lang="en-US"/>
          </a:p>
        </p:txBody>
      </p:sp>
      <p:sp>
        <p:nvSpPr>
          <p:cNvPr id="5" name="Footer Placeholder 4">
            <a:extLst>
              <a:ext uri="{FF2B5EF4-FFF2-40B4-BE49-F238E27FC236}">
                <a16:creationId xmlns:a16="http://schemas.microsoft.com/office/drawing/2014/main" id="{DFB32CE1-6039-96CC-CA19-4D19D7B1EC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68A5BA-5AFC-3ACE-C65D-C39BAEBBEB65}"/>
              </a:ext>
            </a:extLst>
          </p:cNvPr>
          <p:cNvSpPr>
            <a:spLocks noGrp="1"/>
          </p:cNvSpPr>
          <p:nvPr>
            <p:ph type="sldNum" sz="quarter" idx="12"/>
          </p:nvPr>
        </p:nvSpPr>
        <p:spPr/>
        <p:txBody>
          <a:bodyPr/>
          <a:lstStyle/>
          <a:p>
            <a:fld id="{CA8C48D7-CD17-4544-988F-0233C32EDF71}" type="slidenum">
              <a:rPr lang="en-US" smtClean="0"/>
              <a:t>‹#›</a:t>
            </a:fld>
            <a:endParaRPr lang="en-US"/>
          </a:p>
        </p:txBody>
      </p:sp>
    </p:spTree>
    <p:extLst>
      <p:ext uri="{BB962C8B-B14F-4D97-AF65-F5344CB8AC3E}">
        <p14:creationId xmlns:p14="http://schemas.microsoft.com/office/powerpoint/2010/main" val="2625291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6768A-80DA-7465-8C7A-C115A09C01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80374A-E881-8254-0C80-6CA7B946C4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E3E8E6-7F56-9267-6AC2-767E4EB16FA6}"/>
              </a:ext>
            </a:extLst>
          </p:cNvPr>
          <p:cNvSpPr>
            <a:spLocks noGrp="1"/>
          </p:cNvSpPr>
          <p:nvPr>
            <p:ph type="dt" sz="half" idx="10"/>
          </p:nvPr>
        </p:nvSpPr>
        <p:spPr/>
        <p:txBody>
          <a:bodyPr/>
          <a:lstStyle/>
          <a:p>
            <a:fld id="{339B7B85-C979-D445-B913-DAEE4AF6E7F5}" type="datetimeFigureOut">
              <a:rPr lang="en-US" smtClean="0"/>
              <a:t>4/10/26</a:t>
            </a:fld>
            <a:endParaRPr lang="en-US"/>
          </a:p>
        </p:txBody>
      </p:sp>
      <p:sp>
        <p:nvSpPr>
          <p:cNvPr id="5" name="Footer Placeholder 4">
            <a:extLst>
              <a:ext uri="{FF2B5EF4-FFF2-40B4-BE49-F238E27FC236}">
                <a16:creationId xmlns:a16="http://schemas.microsoft.com/office/drawing/2014/main" id="{D9E71229-A9DC-6459-9E76-3EB6320622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0C89D6-8472-F11A-82D1-118F23705CF0}"/>
              </a:ext>
            </a:extLst>
          </p:cNvPr>
          <p:cNvSpPr>
            <a:spLocks noGrp="1"/>
          </p:cNvSpPr>
          <p:nvPr>
            <p:ph type="sldNum" sz="quarter" idx="12"/>
          </p:nvPr>
        </p:nvSpPr>
        <p:spPr/>
        <p:txBody>
          <a:bodyPr/>
          <a:lstStyle/>
          <a:p>
            <a:fld id="{CA8C48D7-CD17-4544-988F-0233C32EDF71}" type="slidenum">
              <a:rPr lang="en-US" smtClean="0"/>
              <a:t>‹#›</a:t>
            </a:fld>
            <a:endParaRPr lang="en-US"/>
          </a:p>
        </p:txBody>
      </p:sp>
    </p:spTree>
    <p:extLst>
      <p:ext uri="{BB962C8B-B14F-4D97-AF65-F5344CB8AC3E}">
        <p14:creationId xmlns:p14="http://schemas.microsoft.com/office/powerpoint/2010/main" val="2254830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45407-5A8C-FD03-92DA-D0819E83B5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AD2B77D-1D63-C1D2-095A-47D8799B2E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AC477-9746-FF8D-97CC-839F69CC9AE8}"/>
              </a:ext>
            </a:extLst>
          </p:cNvPr>
          <p:cNvSpPr>
            <a:spLocks noGrp="1"/>
          </p:cNvSpPr>
          <p:nvPr>
            <p:ph type="dt" sz="half" idx="10"/>
          </p:nvPr>
        </p:nvSpPr>
        <p:spPr/>
        <p:txBody>
          <a:bodyPr/>
          <a:lstStyle/>
          <a:p>
            <a:fld id="{339B7B85-C979-D445-B913-DAEE4AF6E7F5}" type="datetimeFigureOut">
              <a:rPr lang="en-US" smtClean="0"/>
              <a:t>4/10/26</a:t>
            </a:fld>
            <a:endParaRPr lang="en-US"/>
          </a:p>
        </p:txBody>
      </p:sp>
      <p:sp>
        <p:nvSpPr>
          <p:cNvPr id="5" name="Footer Placeholder 4">
            <a:extLst>
              <a:ext uri="{FF2B5EF4-FFF2-40B4-BE49-F238E27FC236}">
                <a16:creationId xmlns:a16="http://schemas.microsoft.com/office/drawing/2014/main" id="{36A27B8A-8A7E-8F9C-87BB-8635B47F92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126E27-5C06-2B5B-8BC9-2ED7D76F44CE}"/>
              </a:ext>
            </a:extLst>
          </p:cNvPr>
          <p:cNvSpPr>
            <a:spLocks noGrp="1"/>
          </p:cNvSpPr>
          <p:nvPr>
            <p:ph type="sldNum" sz="quarter" idx="12"/>
          </p:nvPr>
        </p:nvSpPr>
        <p:spPr/>
        <p:txBody>
          <a:bodyPr/>
          <a:lstStyle/>
          <a:p>
            <a:fld id="{CA8C48D7-CD17-4544-988F-0233C32EDF71}" type="slidenum">
              <a:rPr lang="en-US" smtClean="0"/>
              <a:t>‹#›</a:t>
            </a:fld>
            <a:endParaRPr lang="en-US"/>
          </a:p>
        </p:txBody>
      </p:sp>
    </p:spTree>
    <p:extLst>
      <p:ext uri="{BB962C8B-B14F-4D97-AF65-F5344CB8AC3E}">
        <p14:creationId xmlns:p14="http://schemas.microsoft.com/office/powerpoint/2010/main" val="2394652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D8ACA-5C17-4B50-6075-3CCBE9A37E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CF27D6-CD80-F992-A9E2-AC688DAE24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716EBD-90AC-1FB4-7B8D-145D47EFD2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D84A68-01AE-C3E1-14B0-3471E40682C9}"/>
              </a:ext>
            </a:extLst>
          </p:cNvPr>
          <p:cNvSpPr>
            <a:spLocks noGrp="1"/>
          </p:cNvSpPr>
          <p:nvPr>
            <p:ph type="dt" sz="half" idx="10"/>
          </p:nvPr>
        </p:nvSpPr>
        <p:spPr/>
        <p:txBody>
          <a:bodyPr/>
          <a:lstStyle/>
          <a:p>
            <a:fld id="{339B7B85-C979-D445-B913-DAEE4AF6E7F5}" type="datetimeFigureOut">
              <a:rPr lang="en-US" smtClean="0"/>
              <a:t>4/10/26</a:t>
            </a:fld>
            <a:endParaRPr lang="en-US"/>
          </a:p>
        </p:txBody>
      </p:sp>
      <p:sp>
        <p:nvSpPr>
          <p:cNvPr id="6" name="Footer Placeholder 5">
            <a:extLst>
              <a:ext uri="{FF2B5EF4-FFF2-40B4-BE49-F238E27FC236}">
                <a16:creationId xmlns:a16="http://schemas.microsoft.com/office/drawing/2014/main" id="{1B3E93E9-B410-9B22-431D-B9EE9ABBB1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8DD736-1422-ECB0-586B-113C9AFEACA7}"/>
              </a:ext>
            </a:extLst>
          </p:cNvPr>
          <p:cNvSpPr>
            <a:spLocks noGrp="1"/>
          </p:cNvSpPr>
          <p:nvPr>
            <p:ph type="sldNum" sz="quarter" idx="12"/>
          </p:nvPr>
        </p:nvSpPr>
        <p:spPr/>
        <p:txBody>
          <a:bodyPr/>
          <a:lstStyle/>
          <a:p>
            <a:fld id="{CA8C48D7-CD17-4544-988F-0233C32EDF71}" type="slidenum">
              <a:rPr lang="en-US" smtClean="0"/>
              <a:t>‹#›</a:t>
            </a:fld>
            <a:endParaRPr lang="en-US"/>
          </a:p>
        </p:txBody>
      </p:sp>
    </p:spTree>
    <p:extLst>
      <p:ext uri="{BB962C8B-B14F-4D97-AF65-F5344CB8AC3E}">
        <p14:creationId xmlns:p14="http://schemas.microsoft.com/office/powerpoint/2010/main" val="73667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17294-5112-513C-07AD-216C63B467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61EA14-4F10-17B1-54B5-4ADA57C2BC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B25FE1-0387-7FBF-755C-558FDFBC5B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E0D959-1FCB-FA78-5456-0C12593ECB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69951D-1808-496D-DA18-957A7CBBAB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502B81-3F6A-2416-D52B-D8A1C02A6C12}"/>
              </a:ext>
            </a:extLst>
          </p:cNvPr>
          <p:cNvSpPr>
            <a:spLocks noGrp="1"/>
          </p:cNvSpPr>
          <p:nvPr>
            <p:ph type="dt" sz="half" idx="10"/>
          </p:nvPr>
        </p:nvSpPr>
        <p:spPr/>
        <p:txBody>
          <a:bodyPr/>
          <a:lstStyle/>
          <a:p>
            <a:fld id="{339B7B85-C979-D445-B913-DAEE4AF6E7F5}" type="datetimeFigureOut">
              <a:rPr lang="en-US" smtClean="0"/>
              <a:t>4/10/26</a:t>
            </a:fld>
            <a:endParaRPr lang="en-US"/>
          </a:p>
        </p:txBody>
      </p:sp>
      <p:sp>
        <p:nvSpPr>
          <p:cNvPr id="8" name="Footer Placeholder 7">
            <a:extLst>
              <a:ext uri="{FF2B5EF4-FFF2-40B4-BE49-F238E27FC236}">
                <a16:creationId xmlns:a16="http://schemas.microsoft.com/office/drawing/2014/main" id="{7D30415E-63BA-4653-6A14-6FAC835B04A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E6AD14-4127-A68E-ADC2-474175B80950}"/>
              </a:ext>
            </a:extLst>
          </p:cNvPr>
          <p:cNvSpPr>
            <a:spLocks noGrp="1"/>
          </p:cNvSpPr>
          <p:nvPr>
            <p:ph type="sldNum" sz="quarter" idx="12"/>
          </p:nvPr>
        </p:nvSpPr>
        <p:spPr/>
        <p:txBody>
          <a:bodyPr/>
          <a:lstStyle/>
          <a:p>
            <a:fld id="{CA8C48D7-CD17-4544-988F-0233C32EDF71}" type="slidenum">
              <a:rPr lang="en-US" smtClean="0"/>
              <a:t>‹#›</a:t>
            </a:fld>
            <a:endParaRPr lang="en-US"/>
          </a:p>
        </p:txBody>
      </p:sp>
    </p:spTree>
    <p:extLst>
      <p:ext uri="{BB962C8B-B14F-4D97-AF65-F5344CB8AC3E}">
        <p14:creationId xmlns:p14="http://schemas.microsoft.com/office/powerpoint/2010/main" val="54279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6D163-14E9-27CD-9CA6-15A4FFDEAAD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7B0DF0D-EB19-E9EA-3F51-DDFBAA08BF3F}"/>
              </a:ext>
            </a:extLst>
          </p:cNvPr>
          <p:cNvSpPr>
            <a:spLocks noGrp="1"/>
          </p:cNvSpPr>
          <p:nvPr>
            <p:ph type="dt" sz="half" idx="10"/>
          </p:nvPr>
        </p:nvSpPr>
        <p:spPr/>
        <p:txBody>
          <a:bodyPr/>
          <a:lstStyle/>
          <a:p>
            <a:fld id="{339B7B85-C979-D445-B913-DAEE4AF6E7F5}" type="datetimeFigureOut">
              <a:rPr lang="en-US" smtClean="0"/>
              <a:t>4/10/26</a:t>
            </a:fld>
            <a:endParaRPr lang="en-US"/>
          </a:p>
        </p:txBody>
      </p:sp>
      <p:sp>
        <p:nvSpPr>
          <p:cNvPr id="4" name="Footer Placeholder 3">
            <a:extLst>
              <a:ext uri="{FF2B5EF4-FFF2-40B4-BE49-F238E27FC236}">
                <a16:creationId xmlns:a16="http://schemas.microsoft.com/office/drawing/2014/main" id="{DF75956C-8884-E0F7-B5B1-5B016CE284F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77611A-B6EA-155F-E078-D28E8407A06C}"/>
              </a:ext>
            </a:extLst>
          </p:cNvPr>
          <p:cNvSpPr>
            <a:spLocks noGrp="1"/>
          </p:cNvSpPr>
          <p:nvPr>
            <p:ph type="sldNum" sz="quarter" idx="12"/>
          </p:nvPr>
        </p:nvSpPr>
        <p:spPr/>
        <p:txBody>
          <a:bodyPr/>
          <a:lstStyle/>
          <a:p>
            <a:fld id="{CA8C48D7-CD17-4544-988F-0233C32EDF71}" type="slidenum">
              <a:rPr lang="en-US" smtClean="0"/>
              <a:t>‹#›</a:t>
            </a:fld>
            <a:endParaRPr lang="en-US"/>
          </a:p>
        </p:txBody>
      </p:sp>
    </p:spTree>
    <p:extLst>
      <p:ext uri="{BB962C8B-B14F-4D97-AF65-F5344CB8AC3E}">
        <p14:creationId xmlns:p14="http://schemas.microsoft.com/office/powerpoint/2010/main" val="1140249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499902-7749-9D45-6689-34AA59CF0EFC}"/>
              </a:ext>
            </a:extLst>
          </p:cNvPr>
          <p:cNvSpPr>
            <a:spLocks noGrp="1"/>
          </p:cNvSpPr>
          <p:nvPr>
            <p:ph type="dt" sz="half" idx="10"/>
          </p:nvPr>
        </p:nvSpPr>
        <p:spPr/>
        <p:txBody>
          <a:bodyPr/>
          <a:lstStyle/>
          <a:p>
            <a:fld id="{339B7B85-C979-D445-B913-DAEE4AF6E7F5}" type="datetimeFigureOut">
              <a:rPr lang="en-US" smtClean="0"/>
              <a:t>4/10/26</a:t>
            </a:fld>
            <a:endParaRPr lang="en-US"/>
          </a:p>
        </p:txBody>
      </p:sp>
      <p:sp>
        <p:nvSpPr>
          <p:cNvPr id="3" name="Footer Placeholder 2">
            <a:extLst>
              <a:ext uri="{FF2B5EF4-FFF2-40B4-BE49-F238E27FC236}">
                <a16:creationId xmlns:a16="http://schemas.microsoft.com/office/drawing/2014/main" id="{3A132025-6020-A50D-A851-7FC508F626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8CAEFF4-4905-9A4B-B255-EC14FAD0DD45}"/>
              </a:ext>
            </a:extLst>
          </p:cNvPr>
          <p:cNvSpPr>
            <a:spLocks noGrp="1"/>
          </p:cNvSpPr>
          <p:nvPr>
            <p:ph type="sldNum" sz="quarter" idx="12"/>
          </p:nvPr>
        </p:nvSpPr>
        <p:spPr/>
        <p:txBody>
          <a:bodyPr/>
          <a:lstStyle/>
          <a:p>
            <a:fld id="{CA8C48D7-CD17-4544-988F-0233C32EDF71}" type="slidenum">
              <a:rPr lang="en-US" smtClean="0"/>
              <a:t>‹#›</a:t>
            </a:fld>
            <a:endParaRPr lang="en-US"/>
          </a:p>
        </p:txBody>
      </p:sp>
    </p:spTree>
    <p:extLst>
      <p:ext uri="{BB962C8B-B14F-4D97-AF65-F5344CB8AC3E}">
        <p14:creationId xmlns:p14="http://schemas.microsoft.com/office/powerpoint/2010/main" val="2728815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C1E6C-99FB-3067-110B-AA9721FA78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ED3F247-B05E-63E5-BB45-FBC28D9EF2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FE93D3-AB7F-261C-6308-607DCE53AD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AE7187-2894-5088-775E-17C0B564DE72}"/>
              </a:ext>
            </a:extLst>
          </p:cNvPr>
          <p:cNvSpPr>
            <a:spLocks noGrp="1"/>
          </p:cNvSpPr>
          <p:nvPr>
            <p:ph type="dt" sz="half" idx="10"/>
          </p:nvPr>
        </p:nvSpPr>
        <p:spPr/>
        <p:txBody>
          <a:bodyPr/>
          <a:lstStyle/>
          <a:p>
            <a:fld id="{339B7B85-C979-D445-B913-DAEE4AF6E7F5}" type="datetimeFigureOut">
              <a:rPr lang="en-US" smtClean="0"/>
              <a:t>4/10/26</a:t>
            </a:fld>
            <a:endParaRPr lang="en-US"/>
          </a:p>
        </p:txBody>
      </p:sp>
      <p:sp>
        <p:nvSpPr>
          <p:cNvPr id="6" name="Footer Placeholder 5">
            <a:extLst>
              <a:ext uri="{FF2B5EF4-FFF2-40B4-BE49-F238E27FC236}">
                <a16:creationId xmlns:a16="http://schemas.microsoft.com/office/drawing/2014/main" id="{9FF7229B-D635-3385-BE81-644A125634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C8A5CB-EC36-1A1A-DEE9-E2EBD1A3883B}"/>
              </a:ext>
            </a:extLst>
          </p:cNvPr>
          <p:cNvSpPr>
            <a:spLocks noGrp="1"/>
          </p:cNvSpPr>
          <p:nvPr>
            <p:ph type="sldNum" sz="quarter" idx="12"/>
          </p:nvPr>
        </p:nvSpPr>
        <p:spPr/>
        <p:txBody>
          <a:bodyPr/>
          <a:lstStyle/>
          <a:p>
            <a:fld id="{CA8C48D7-CD17-4544-988F-0233C32EDF71}" type="slidenum">
              <a:rPr lang="en-US" smtClean="0"/>
              <a:t>‹#›</a:t>
            </a:fld>
            <a:endParaRPr lang="en-US"/>
          </a:p>
        </p:txBody>
      </p:sp>
    </p:spTree>
    <p:extLst>
      <p:ext uri="{BB962C8B-B14F-4D97-AF65-F5344CB8AC3E}">
        <p14:creationId xmlns:p14="http://schemas.microsoft.com/office/powerpoint/2010/main" val="3973026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4A330-D09E-4DBA-F248-BC64C5B713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E45BD56-772B-A8A9-A91B-87CE93AFA2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CCD5C6-398C-8A35-81BF-C855F9E1C3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4A1628-54FC-4268-11C3-F10B75C55951}"/>
              </a:ext>
            </a:extLst>
          </p:cNvPr>
          <p:cNvSpPr>
            <a:spLocks noGrp="1"/>
          </p:cNvSpPr>
          <p:nvPr>
            <p:ph type="dt" sz="half" idx="10"/>
          </p:nvPr>
        </p:nvSpPr>
        <p:spPr/>
        <p:txBody>
          <a:bodyPr/>
          <a:lstStyle/>
          <a:p>
            <a:fld id="{339B7B85-C979-D445-B913-DAEE4AF6E7F5}" type="datetimeFigureOut">
              <a:rPr lang="en-US" smtClean="0"/>
              <a:t>4/10/26</a:t>
            </a:fld>
            <a:endParaRPr lang="en-US"/>
          </a:p>
        </p:txBody>
      </p:sp>
      <p:sp>
        <p:nvSpPr>
          <p:cNvPr id="6" name="Footer Placeholder 5">
            <a:extLst>
              <a:ext uri="{FF2B5EF4-FFF2-40B4-BE49-F238E27FC236}">
                <a16:creationId xmlns:a16="http://schemas.microsoft.com/office/drawing/2014/main" id="{839246D8-4051-5904-EA1F-DD8D47F5B7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E4354D-8B3F-4F57-D97B-F0D99C6EC5AE}"/>
              </a:ext>
            </a:extLst>
          </p:cNvPr>
          <p:cNvSpPr>
            <a:spLocks noGrp="1"/>
          </p:cNvSpPr>
          <p:nvPr>
            <p:ph type="sldNum" sz="quarter" idx="12"/>
          </p:nvPr>
        </p:nvSpPr>
        <p:spPr/>
        <p:txBody>
          <a:bodyPr/>
          <a:lstStyle/>
          <a:p>
            <a:fld id="{CA8C48D7-CD17-4544-988F-0233C32EDF71}" type="slidenum">
              <a:rPr lang="en-US" smtClean="0"/>
              <a:t>‹#›</a:t>
            </a:fld>
            <a:endParaRPr lang="en-US"/>
          </a:p>
        </p:txBody>
      </p:sp>
    </p:spTree>
    <p:extLst>
      <p:ext uri="{BB962C8B-B14F-4D97-AF65-F5344CB8AC3E}">
        <p14:creationId xmlns:p14="http://schemas.microsoft.com/office/powerpoint/2010/main" val="3517873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7AA18-92BE-6448-714B-EC4091FF4E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AC2059E-3FB6-AB3F-16FB-5BBD097267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F288D0-F2C3-9488-ADBB-2F897F3C880A}"/>
              </a:ext>
            </a:extLst>
          </p:cNvPr>
          <p:cNvSpPr>
            <a:spLocks noGrp="1"/>
          </p:cNvSpPr>
          <p:nvPr>
            <p:ph type="dt" sz="half" idx="10"/>
          </p:nvPr>
        </p:nvSpPr>
        <p:spPr/>
        <p:txBody>
          <a:bodyPr/>
          <a:lstStyle/>
          <a:p>
            <a:fld id="{339B7B85-C979-D445-B913-DAEE4AF6E7F5}" type="datetimeFigureOut">
              <a:rPr lang="en-US" smtClean="0"/>
              <a:t>4/10/26</a:t>
            </a:fld>
            <a:endParaRPr lang="en-US"/>
          </a:p>
        </p:txBody>
      </p:sp>
      <p:sp>
        <p:nvSpPr>
          <p:cNvPr id="5" name="Footer Placeholder 4">
            <a:extLst>
              <a:ext uri="{FF2B5EF4-FFF2-40B4-BE49-F238E27FC236}">
                <a16:creationId xmlns:a16="http://schemas.microsoft.com/office/drawing/2014/main" id="{ACB16E30-580A-55E5-C716-FCCC68AE3C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4D41A-20DF-54F7-4F63-CF6C3ECB56C8}"/>
              </a:ext>
            </a:extLst>
          </p:cNvPr>
          <p:cNvSpPr>
            <a:spLocks noGrp="1"/>
          </p:cNvSpPr>
          <p:nvPr>
            <p:ph type="sldNum" sz="quarter" idx="12"/>
          </p:nvPr>
        </p:nvSpPr>
        <p:spPr/>
        <p:txBody>
          <a:bodyPr/>
          <a:lstStyle/>
          <a:p>
            <a:fld id="{CA8C48D7-CD17-4544-988F-0233C32EDF71}" type="slidenum">
              <a:rPr lang="en-US" smtClean="0"/>
              <a:t>‹#›</a:t>
            </a:fld>
            <a:endParaRPr lang="en-US"/>
          </a:p>
        </p:txBody>
      </p:sp>
    </p:spTree>
    <p:extLst>
      <p:ext uri="{BB962C8B-B14F-4D97-AF65-F5344CB8AC3E}">
        <p14:creationId xmlns:p14="http://schemas.microsoft.com/office/powerpoint/2010/main" val="282241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B99B31-1A14-C594-13FA-B0CCDE9A80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3870E8D-15D0-D9DD-28A1-6D91649EDB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4D794E-4F31-5369-7020-EB133FC0D461}"/>
              </a:ext>
            </a:extLst>
          </p:cNvPr>
          <p:cNvSpPr>
            <a:spLocks noGrp="1"/>
          </p:cNvSpPr>
          <p:nvPr>
            <p:ph type="dt" sz="half" idx="10"/>
          </p:nvPr>
        </p:nvSpPr>
        <p:spPr/>
        <p:txBody>
          <a:bodyPr/>
          <a:lstStyle/>
          <a:p>
            <a:fld id="{339B7B85-C979-D445-B913-DAEE4AF6E7F5}" type="datetimeFigureOut">
              <a:rPr lang="en-US" smtClean="0"/>
              <a:t>4/10/26</a:t>
            </a:fld>
            <a:endParaRPr lang="en-US"/>
          </a:p>
        </p:txBody>
      </p:sp>
      <p:sp>
        <p:nvSpPr>
          <p:cNvPr id="5" name="Footer Placeholder 4">
            <a:extLst>
              <a:ext uri="{FF2B5EF4-FFF2-40B4-BE49-F238E27FC236}">
                <a16:creationId xmlns:a16="http://schemas.microsoft.com/office/drawing/2014/main" id="{F1ED622E-92E5-165F-D282-8BE3A6276A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245CEB-EC6C-118F-D8A8-413FB7288BB8}"/>
              </a:ext>
            </a:extLst>
          </p:cNvPr>
          <p:cNvSpPr>
            <a:spLocks noGrp="1"/>
          </p:cNvSpPr>
          <p:nvPr>
            <p:ph type="sldNum" sz="quarter" idx="12"/>
          </p:nvPr>
        </p:nvSpPr>
        <p:spPr/>
        <p:txBody>
          <a:bodyPr/>
          <a:lstStyle/>
          <a:p>
            <a:fld id="{CA8C48D7-CD17-4544-988F-0233C32EDF71}" type="slidenum">
              <a:rPr lang="en-US" smtClean="0"/>
              <a:t>‹#›</a:t>
            </a:fld>
            <a:endParaRPr lang="en-US"/>
          </a:p>
        </p:txBody>
      </p:sp>
    </p:spTree>
    <p:extLst>
      <p:ext uri="{BB962C8B-B14F-4D97-AF65-F5344CB8AC3E}">
        <p14:creationId xmlns:p14="http://schemas.microsoft.com/office/powerpoint/2010/main" val="3310766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54916B-FB5F-928E-874E-08F6EE1523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4D91E26-F8F2-DB68-7CEF-847CBB424A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15386C-EB69-EF28-C905-861A5359CF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39B7B85-C979-D445-B913-DAEE4AF6E7F5}" type="datetimeFigureOut">
              <a:rPr lang="en-US" smtClean="0"/>
              <a:t>4/10/26</a:t>
            </a:fld>
            <a:endParaRPr lang="en-US"/>
          </a:p>
        </p:txBody>
      </p:sp>
      <p:sp>
        <p:nvSpPr>
          <p:cNvPr id="5" name="Footer Placeholder 4">
            <a:extLst>
              <a:ext uri="{FF2B5EF4-FFF2-40B4-BE49-F238E27FC236}">
                <a16:creationId xmlns:a16="http://schemas.microsoft.com/office/drawing/2014/main" id="{1F4252B3-0896-C5CE-6431-C7B23D8E02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C8EBEDA-EC35-37D1-290C-0F3D461C3A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A8C48D7-CD17-4544-988F-0233C32EDF71}" type="slidenum">
              <a:rPr lang="en-US" smtClean="0"/>
              <a:t>‹#›</a:t>
            </a:fld>
            <a:endParaRPr lang="en-US"/>
          </a:p>
        </p:txBody>
      </p:sp>
    </p:spTree>
    <p:extLst>
      <p:ext uri="{BB962C8B-B14F-4D97-AF65-F5344CB8AC3E}">
        <p14:creationId xmlns:p14="http://schemas.microsoft.com/office/powerpoint/2010/main" val="36473633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hyperlink" Target="https://www.kaggle.com/datasets/dillonmyrick/bells-palsy-clinical-trial" TargetMode="External"/><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3.jpe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A03ACF-065C-E770-928D-B95CE75887FD}"/>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F8446B12-7391-4711-8B31-112A0B896C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E627E7E-B066-A543-8DD5-CBD269E30CAD}"/>
              </a:ext>
            </a:extLst>
          </p:cNvPr>
          <p:cNvSpPr/>
          <p:nvPr/>
        </p:nvSpPr>
        <p:spPr>
          <a:xfrm>
            <a:off x="838199" y="4428000"/>
            <a:ext cx="6143626" cy="1400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rtlCol="0" anchor="b">
            <a:normAutofit/>
          </a:bodyPr>
          <a:lstStyle/>
          <a:p>
            <a:pPr>
              <a:lnSpc>
                <a:spcPct val="90000"/>
              </a:lnSpc>
              <a:spcBef>
                <a:spcPct val="0"/>
              </a:spcBef>
              <a:spcAft>
                <a:spcPts val="600"/>
              </a:spcAft>
            </a:pPr>
            <a:r>
              <a:rPr lang="en-US" sz="4300" kern="1200">
                <a:solidFill>
                  <a:schemeClr val="bg1"/>
                </a:solidFill>
                <a:latin typeface="+mj-lt"/>
                <a:ea typeface="+mj-ea"/>
                <a:cs typeface="+mj-cs"/>
              </a:rPr>
              <a:t>AI-Driven Regulatory Authoring</a:t>
            </a:r>
          </a:p>
        </p:txBody>
      </p:sp>
      <p:pic>
        <p:nvPicPr>
          <p:cNvPr id="5" name="Picture 4" descr="A diagram of a risk management process&#10;&#10;AI-generated content may be incorrect.">
            <a:extLst>
              <a:ext uri="{FF2B5EF4-FFF2-40B4-BE49-F238E27FC236}">
                <a16:creationId xmlns:a16="http://schemas.microsoft.com/office/drawing/2014/main" id="{C4F457C7-2B9B-181B-CEC9-87C0C34F9741}"/>
              </a:ext>
            </a:extLst>
          </p:cNvPr>
          <p:cNvPicPr>
            <a:picLocks noChangeAspect="1"/>
          </p:cNvPicPr>
          <p:nvPr/>
        </p:nvPicPr>
        <p:blipFill>
          <a:blip r:embed="rId2"/>
          <a:srcRect r="1" b="2339"/>
          <a:stretch>
            <a:fillRect/>
          </a:stretch>
        </p:blipFill>
        <p:spPr>
          <a:xfrm>
            <a:off x="6" y="-1"/>
            <a:ext cx="6000749" cy="3911828"/>
          </a:xfrm>
          <a:custGeom>
            <a:avLst/>
            <a:gdLst/>
            <a:ahLst/>
            <a:cxnLst/>
            <a:rect l="l" t="t" r="r" b="b"/>
            <a:pathLst>
              <a:path w="6000749" h="3911828">
                <a:moveTo>
                  <a:pt x="0" y="0"/>
                </a:moveTo>
                <a:lnTo>
                  <a:pt x="6000749" y="0"/>
                </a:lnTo>
                <a:lnTo>
                  <a:pt x="6000749" y="3767827"/>
                </a:lnTo>
                <a:lnTo>
                  <a:pt x="5572124" y="3740378"/>
                </a:lnTo>
                <a:lnTo>
                  <a:pt x="0" y="3911828"/>
                </a:lnTo>
                <a:close/>
              </a:path>
            </a:pathLst>
          </a:custGeom>
        </p:spPr>
      </p:pic>
      <p:pic>
        <p:nvPicPr>
          <p:cNvPr id="2" name="Picture 1" descr="A screenshot of a computer&#10;&#10;AI-generated content may be incorrect.">
            <a:extLst>
              <a:ext uri="{FF2B5EF4-FFF2-40B4-BE49-F238E27FC236}">
                <a16:creationId xmlns:a16="http://schemas.microsoft.com/office/drawing/2014/main" id="{227C9137-F376-0E2E-03A8-F4C34D0785A3}"/>
              </a:ext>
            </a:extLst>
          </p:cNvPr>
          <p:cNvPicPr>
            <a:picLocks noChangeAspect="1"/>
          </p:cNvPicPr>
          <p:nvPr/>
        </p:nvPicPr>
        <p:blipFill>
          <a:blip r:embed="rId3"/>
          <a:srcRect r="1" b="437"/>
          <a:stretch>
            <a:fillRect/>
          </a:stretch>
        </p:blipFill>
        <p:spPr>
          <a:xfrm>
            <a:off x="6191245" y="-1"/>
            <a:ext cx="6000750" cy="3988028"/>
          </a:xfrm>
          <a:custGeom>
            <a:avLst/>
            <a:gdLst/>
            <a:ahLst/>
            <a:cxnLst/>
            <a:rect l="l" t="t" r="r" b="b"/>
            <a:pathLst>
              <a:path w="6000750" h="3988028">
                <a:moveTo>
                  <a:pt x="0" y="0"/>
                </a:moveTo>
                <a:lnTo>
                  <a:pt x="6000750" y="0"/>
                </a:lnTo>
                <a:lnTo>
                  <a:pt x="6000750" y="797153"/>
                </a:lnTo>
                <a:lnTo>
                  <a:pt x="6000750" y="2634343"/>
                </a:lnTo>
                <a:lnTo>
                  <a:pt x="6000750" y="3911828"/>
                </a:lnTo>
                <a:lnTo>
                  <a:pt x="3248025" y="3988028"/>
                </a:lnTo>
                <a:lnTo>
                  <a:pt x="0" y="3780026"/>
                </a:lnTo>
                <a:close/>
              </a:path>
            </a:pathLst>
          </a:custGeom>
        </p:spPr>
      </p:pic>
      <p:grpSp>
        <p:nvGrpSpPr>
          <p:cNvPr id="21" name="Group 20">
            <a:extLst>
              <a:ext uri="{FF2B5EF4-FFF2-40B4-BE49-F238E27FC236}">
                <a16:creationId xmlns:a16="http://schemas.microsoft.com/office/drawing/2014/main" id="{AC0B7807-0C83-4963-821A-69B172722E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12192000" cy="757168"/>
            <a:chOff x="0" y="2959818"/>
            <a:chExt cx="12192000" cy="757168"/>
          </a:xfrm>
        </p:grpSpPr>
        <p:sp>
          <p:nvSpPr>
            <p:cNvPr id="22" name="Freeform: Shape 21">
              <a:extLst>
                <a:ext uri="{FF2B5EF4-FFF2-40B4-BE49-F238E27FC236}">
                  <a16:creationId xmlns:a16="http://schemas.microsoft.com/office/drawing/2014/main" id="{BB027EC7-3252-48A2-A7A4-1741F72E47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4EBC51E4-7477-4290-BBD0-18AD942C3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4">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4248348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9" name="Rectangle 38">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B3D5398-4881-A89D-96FE-3EA60B61F895}"/>
              </a:ext>
            </a:extLst>
          </p:cNvPr>
          <p:cNvSpPr/>
          <p:nvPr/>
        </p:nvSpPr>
        <p:spPr>
          <a:xfrm>
            <a:off x="699714" y="353160"/>
            <a:ext cx="7091300" cy="8985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lnSpcReduction="10000"/>
          </a:bodyPr>
          <a:lstStyle/>
          <a:p>
            <a:pPr fontAlgn="ctr"/>
            <a:r>
              <a:rPr lang="en-US" b="1" dirty="0"/>
              <a:t>Objective</a:t>
            </a:r>
            <a:endParaRPr lang="en-US" dirty="0"/>
          </a:p>
          <a:p>
            <a:pPr fontAlgn="t"/>
            <a:r>
              <a:rPr lang="en-US" dirty="0"/>
              <a:t>Design AI-powered platform to accelerate regulatory document authoring across the pharmaceutical / biotech product lifecycle.</a:t>
            </a:r>
          </a:p>
        </p:txBody>
      </p:sp>
      <p:sp>
        <p:nvSpPr>
          <p:cNvPr id="26" name="Left-Right Arrow 25">
            <a:extLst>
              <a:ext uri="{FF2B5EF4-FFF2-40B4-BE49-F238E27FC236}">
                <a16:creationId xmlns:a16="http://schemas.microsoft.com/office/drawing/2014/main" id="{5E278CBB-FF85-059C-BCE9-7FD309A120A2}"/>
              </a:ext>
            </a:extLst>
          </p:cNvPr>
          <p:cNvSpPr/>
          <p:nvPr/>
        </p:nvSpPr>
        <p:spPr>
          <a:xfrm>
            <a:off x="8571507" y="387224"/>
            <a:ext cx="3291839" cy="830453"/>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a:lnSpc>
                <a:spcPct val="90000"/>
              </a:lnSpc>
              <a:spcBef>
                <a:spcPts val="1000"/>
              </a:spcBef>
            </a:pPr>
            <a:r>
              <a:rPr lang="en-US" sz="1600">
                <a:solidFill>
                  <a:srgbClr val="FFFFFF"/>
                </a:solidFill>
              </a:rPr>
              <a:t>Traceability state persistence</a:t>
            </a:r>
          </a:p>
        </p:txBody>
      </p:sp>
      <p:pic>
        <p:nvPicPr>
          <p:cNvPr id="31" name="Picture 30" descr="A diagram of a diagram&#10;&#10;AI-generated content may be incorrect.">
            <a:extLst>
              <a:ext uri="{FF2B5EF4-FFF2-40B4-BE49-F238E27FC236}">
                <a16:creationId xmlns:a16="http://schemas.microsoft.com/office/drawing/2014/main" id="{8C990FAC-1127-F39F-679C-9BF64380F800}"/>
              </a:ext>
            </a:extLst>
          </p:cNvPr>
          <p:cNvPicPr>
            <a:picLocks noChangeAspect="1"/>
          </p:cNvPicPr>
          <p:nvPr/>
        </p:nvPicPr>
        <p:blipFill>
          <a:blip r:embed="rId2"/>
          <a:stretch>
            <a:fillRect/>
          </a:stretch>
        </p:blipFill>
        <p:spPr>
          <a:xfrm rot="16200000">
            <a:off x="3373082" y="-869726"/>
            <a:ext cx="4292680" cy="9899591"/>
          </a:xfrm>
          <a:prstGeom prst="rect">
            <a:avLst/>
          </a:prstGeom>
        </p:spPr>
      </p:pic>
      <p:sp>
        <p:nvSpPr>
          <p:cNvPr id="32" name="TextBox 31">
            <a:extLst>
              <a:ext uri="{FF2B5EF4-FFF2-40B4-BE49-F238E27FC236}">
                <a16:creationId xmlns:a16="http://schemas.microsoft.com/office/drawing/2014/main" id="{3EFC032C-E4BB-7647-0453-CAFFFFE35EDA}"/>
              </a:ext>
            </a:extLst>
          </p:cNvPr>
          <p:cNvSpPr txBox="1"/>
          <p:nvPr/>
        </p:nvSpPr>
        <p:spPr>
          <a:xfrm>
            <a:off x="1319134" y="2473377"/>
            <a:ext cx="3087974" cy="646331"/>
          </a:xfrm>
          <a:prstGeom prst="rect">
            <a:avLst/>
          </a:prstGeom>
          <a:noFill/>
        </p:spPr>
        <p:txBody>
          <a:bodyPr wrap="square" rtlCol="0">
            <a:spAutoFit/>
          </a:bodyPr>
          <a:lstStyle/>
          <a:p>
            <a:r>
              <a:rPr lang="en-US" dirty="0"/>
              <a:t>One time effort but reusable across all the program level</a:t>
            </a:r>
          </a:p>
        </p:txBody>
      </p:sp>
      <p:sp>
        <p:nvSpPr>
          <p:cNvPr id="35" name="Left-Right Arrow 34">
            <a:extLst>
              <a:ext uri="{FF2B5EF4-FFF2-40B4-BE49-F238E27FC236}">
                <a16:creationId xmlns:a16="http://schemas.microsoft.com/office/drawing/2014/main" id="{A2356DAE-5AF6-9C21-7FA9-1E6F91A57E80}"/>
              </a:ext>
            </a:extLst>
          </p:cNvPr>
          <p:cNvSpPr/>
          <p:nvPr/>
        </p:nvSpPr>
        <p:spPr>
          <a:xfrm>
            <a:off x="4886793" y="6145969"/>
            <a:ext cx="6145971" cy="709494"/>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algn="ctr">
              <a:lnSpc>
                <a:spcPct val="90000"/>
              </a:lnSpc>
              <a:spcBef>
                <a:spcPts val="1000"/>
              </a:spcBef>
            </a:pPr>
            <a:r>
              <a:rPr lang="en-US" sz="1600" dirty="0">
                <a:solidFill>
                  <a:srgbClr val="FFFFFF"/>
                </a:solidFill>
              </a:rPr>
              <a:t>Content Generator</a:t>
            </a:r>
          </a:p>
        </p:txBody>
      </p:sp>
      <p:sp>
        <p:nvSpPr>
          <p:cNvPr id="41" name="TextBox 40">
            <a:extLst>
              <a:ext uri="{FF2B5EF4-FFF2-40B4-BE49-F238E27FC236}">
                <a16:creationId xmlns:a16="http://schemas.microsoft.com/office/drawing/2014/main" id="{53B54CC6-D4F8-B4F4-4515-BCD45C38B516}"/>
              </a:ext>
            </a:extLst>
          </p:cNvPr>
          <p:cNvSpPr txBox="1"/>
          <p:nvPr/>
        </p:nvSpPr>
        <p:spPr>
          <a:xfrm>
            <a:off x="0" y="1492269"/>
            <a:ext cx="11746223" cy="646331"/>
          </a:xfrm>
          <a:prstGeom prst="rect">
            <a:avLst/>
          </a:prstGeom>
          <a:noFill/>
        </p:spPr>
        <p:txBody>
          <a:bodyPr wrap="square" rtlCol="0">
            <a:spAutoFit/>
          </a:bodyPr>
          <a:lstStyle/>
          <a:p>
            <a:r>
              <a:rPr lang="en-US" dirty="0"/>
              <a:t>Clinical Data: Bells Palsy</a:t>
            </a:r>
          </a:p>
          <a:p>
            <a:r>
              <a:rPr lang="en-US" dirty="0">
                <a:hlinkClick r:id="rId3"/>
              </a:rPr>
              <a:t>https://www.kaggle.com/datasets/dillonmyrick/bells-palsy-clinical-trial</a:t>
            </a:r>
            <a:endParaRPr lang="en-US" dirty="0"/>
          </a:p>
        </p:txBody>
      </p:sp>
      <p:sp>
        <p:nvSpPr>
          <p:cNvPr id="43" name="Rectangle 42">
            <a:extLst>
              <a:ext uri="{FF2B5EF4-FFF2-40B4-BE49-F238E27FC236}">
                <a16:creationId xmlns:a16="http://schemas.microsoft.com/office/drawing/2014/main" id="{49CC8F93-9945-B88E-F9AC-889140FFF47D}"/>
              </a:ext>
            </a:extLst>
          </p:cNvPr>
          <p:cNvSpPr/>
          <p:nvPr/>
        </p:nvSpPr>
        <p:spPr>
          <a:xfrm>
            <a:off x="4558748" y="2080592"/>
            <a:ext cx="5910470" cy="4214192"/>
          </a:xfrm>
          <a:prstGeom prst="rect">
            <a:avLst/>
          </a:prstGeom>
          <a:solidFill>
            <a:schemeClr val="accent1">
              <a:lumMod val="75000"/>
              <a:alpha val="26811"/>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44420FA5-23E5-C1BD-153D-2E3562AABD4F}"/>
              </a:ext>
            </a:extLst>
          </p:cNvPr>
          <p:cNvSpPr/>
          <p:nvPr/>
        </p:nvSpPr>
        <p:spPr>
          <a:xfrm>
            <a:off x="6759934" y="2112956"/>
            <a:ext cx="1428585" cy="3002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AI-Author </a:t>
            </a:r>
          </a:p>
        </p:txBody>
      </p:sp>
      <p:sp>
        <p:nvSpPr>
          <p:cNvPr id="45" name="Rectangle 44">
            <a:extLst>
              <a:ext uri="{FF2B5EF4-FFF2-40B4-BE49-F238E27FC236}">
                <a16:creationId xmlns:a16="http://schemas.microsoft.com/office/drawing/2014/main" id="{093BC7C1-230C-428A-B7A4-E5F4AED8CD7E}"/>
              </a:ext>
            </a:extLst>
          </p:cNvPr>
          <p:cNvSpPr/>
          <p:nvPr/>
        </p:nvSpPr>
        <p:spPr>
          <a:xfrm>
            <a:off x="10469219" y="2080592"/>
            <a:ext cx="1605050" cy="42141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buFont typeface="Arial" panose="020B0604020202020204" pitchFamily="34" charset="0"/>
              <a:buChar char="•"/>
            </a:pPr>
            <a:r>
              <a:rPr lang="en-US" sz="1200" b="1" dirty="0"/>
              <a:t>Hybrid Analytical Engine bridges the intelligence layer and writer to assist content authoring</a:t>
            </a:r>
          </a:p>
          <a:p>
            <a:pPr algn="just"/>
            <a:endParaRPr lang="en-US" sz="1200" dirty="0"/>
          </a:p>
          <a:p>
            <a:pPr algn="just">
              <a:buFont typeface="Arial" panose="020B0604020202020204" pitchFamily="34" charset="0"/>
              <a:buChar char="•"/>
            </a:pPr>
            <a:r>
              <a:rPr lang="en-US" sz="1200" b="1" dirty="0"/>
              <a:t>Content generation order is guided by regulatory requirements and defined once, then reused across programs</a:t>
            </a:r>
          </a:p>
          <a:p>
            <a:pPr algn="just">
              <a:buFont typeface="Arial" panose="020B0604020202020204" pitchFamily="34" charset="0"/>
              <a:buChar char="•"/>
            </a:pPr>
            <a:endParaRPr lang="en-US" sz="1200" dirty="0"/>
          </a:p>
          <a:p>
            <a:pPr algn="just">
              <a:buFont typeface="Arial" panose="020B0604020202020204" pitchFamily="34" charset="0"/>
              <a:buChar char="•"/>
            </a:pPr>
            <a:r>
              <a:rPr lang="en-US" sz="1200" b="1" dirty="0"/>
              <a:t>CSR is generated first as the primary evidence source, followed by downstream modules (e.g., Module 2)</a:t>
            </a:r>
            <a:endParaRPr lang="en-US" sz="1200" dirty="0"/>
          </a:p>
        </p:txBody>
      </p:sp>
      <p:sp>
        <p:nvSpPr>
          <p:cNvPr id="48" name="TextBox 47">
            <a:extLst>
              <a:ext uri="{FF2B5EF4-FFF2-40B4-BE49-F238E27FC236}">
                <a16:creationId xmlns:a16="http://schemas.microsoft.com/office/drawing/2014/main" id="{2044FC8E-806A-C3FC-D001-F084767FBEA5}"/>
              </a:ext>
            </a:extLst>
          </p:cNvPr>
          <p:cNvSpPr txBox="1"/>
          <p:nvPr/>
        </p:nvSpPr>
        <p:spPr>
          <a:xfrm>
            <a:off x="272448" y="4945640"/>
            <a:ext cx="4168569" cy="1754326"/>
          </a:xfrm>
          <a:prstGeom prst="rect">
            <a:avLst/>
          </a:prstGeom>
          <a:noFill/>
        </p:spPr>
        <p:txBody>
          <a:bodyPr wrap="square">
            <a:spAutoFit/>
          </a:bodyPr>
          <a:lstStyle/>
          <a:p>
            <a:pPr>
              <a:buFont typeface="Arial" panose="020B0604020202020204" pitchFamily="34" charset="0"/>
              <a:buChar char="•"/>
            </a:pPr>
            <a:r>
              <a:rPr lang="en-US" sz="1200" b="1" dirty="0"/>
              <a:t>CTD scaffolding ensures standardized document structure</a:t>
            </a:r>
            <a:endParaRPr lang="en-US" sz="1200" dirty="0"/>
          </a:p>
          <a:p>
            <a:pPr>
              <a:buFont typeface="Arial" panose="020B0604020202020204" pitchFamily="34" charset="0"/>
              <a:buChar char="•"/>
            </a:pPr>
            <a:r>
              <a:rPr lang="en-US" sz="1200" b="1" dirty="0"/>
              <a:t>Template-driven generation enforces consistency and compliance</a:t>
            </a:r>
          </a:p>
          <a:p>
            <a:pPr>
              <a:buFont typeface="Arial" panose="020B0604020202020204" pitchFamily="34" charset="0"/>
              <a:buChar char="•"/>
            </a:pPr>
            <a:r>
              <a:rPr lang="en-US" sz="1200" b="1" dirty="0"/>
              <a:t>Consistency validator ensures data across all the module remains same</a:t>
            </a:r>
          </a:p>
          <a:p>
            <a:pPr>
              <a:buFont typeface="Arial" panose="020B0604020202020204" pitchFamily="34" charset="0"/>
              <a:buChar char="•"/>
            </a:pPr>
            <a:r>
              <a:rPr lang="en-US" sz="1200" b="1" dirty="0"/>
              <a:t>Cross-module ensures semantic content remains same</a:t>
            </a:r>
          </a:p>
          <a:p>
            <a:pPr>
              <a:buFont typeface="Arial" panose="020B0604020202020204" pitchFamily="34" charset="0"/>
              <a:buChar char="•"/>
            </a:pPr>
            <a:r>
              <a:rPr lang="en-US" sz="1200" b="1" dirty="0"/>
              <a:t>Traceability Layer maintains the persistence record state like approval, version so on.</a:t>
            </a:r>
            <a:endParaRPr lang="en-US" sz="1200" dirty="0"/>
          </a:p>
        </p:txBody>
      </p:sp>
    </p:spTree>
    <p:extLst>
      <p:ext uri="{BB962C8B-B14F-4D97-AF65-F5344CB8AC3E}">
        <p14:creationId xmlns:p14="http://schemas.microsoft.com/office/powerpoint/2010/main" val="3276919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 name="Rectangle 68">
            <a:extLst>
              <a:ext uri="{FF2B5EF4-FFF2-40B4-BE49-F238E27FC236}">
                <a16:creationId xmlns:a16="http://schemas.microsoft.com/office/drawing/2014/main" id="{DC35A348-C5D6-4112-9FDD-93A493B01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D1140348-B289-C472-2E3E-0B120FB3BC9F}"/>
              </a:ext>
            </a:extLst>
          </p:cNvPr>
          <p:cNvSpPr>
            <a:spLocks noGrp="1"/>
          </p:cNvSpPr>
          <p:nvPr>
            <p:ph type="title"/>
          </p:nvPr>
        </p:nvSpPr>
        <p:spPr>
          <a:xfrm>
            <a:off x="281608" y="4503259"/>
            <a:ext cx="6143626" cy="1400400"/>
          </a:xfrm>
        </p:spPr>
        <p:txBody>
          <a:bodyPr vert="horz" wrap="square" lIns="91440" tIns="45720" rIns="91440" bIns="45720" rtlCol="0" anchor="b">
            <a:normAutofit fontScale="90000"/>
          </a:bodyPr>
          <a:lstStyle/>
          <a:p>
            <a:r>
              <a:rPr lang="en-US" sz="5600" kern="1200" dirty="0">
                <a:solidFill>
                  <a:schemeClr val="bg1"/>
                </a:solidFill>
                <a:latin typeface="+mj-lt"/>
                <a:ea typeface="+mj-ea"/>
                <a:cs typeface="+mj-cs"/>
              </a:rPr>
              <a:t>Example: How risk is </a:t>
            </a:r>
            <a:r>
              <a:rPr lang="en-US" sz="5600" kern="1200" dirty="0" err="1">
                <a:solidFill>
                  <a:schemeClr val="bg1"/>
                </a:solidFill>
                <a:latin typeface="+mj-lt"/>
                <a:ea typeface="+mj-ea"/>
                <a:cs typeface="+mj-cs"/>
              </a:rPr>
              <a:t>minimised</a:t>
            </a:r>
            <a:endParaRPr lang="en-US" sz="5600" kern="1200" dirty="0">
              <a:solidFill>
                <a:schemeClr val="bg1"/>
              </a:solidFill>
              <a:latin typeface="+mj-lt"/>
              <a:ea typeface="+mj-ea"/>
              <a:cs typeface="+mj-cs"/>
            </a:endParaRPr>
          </a:p>
        </p:txBody>
      </p:sp>
      <p:pic>
        <p:nvPicPr>
          <p:cNvPr id="24" name="Picture 23" descr="A screenshot of a computer program&#10;&#10;AI-generated content may be incorrect.">
            <a:extLst>
              <a:ext uri="{FF2B5EF4-FFF2-40B4-BE49-F238E27FC236}">
                <a16:creationId xmlns:a16="http://schemas.microsoft.com/office/drawing/2014/main" id="{19CF0AD8-1F21-3474-0198-8093356E0C88}"/>
              </a:ext>
            </a:extLst>
          </p:cNvPr>
          <p:cNvPicPr>
            <a:picLocks noChangeAspect="1"/>
          </p:cNvPicPr>
          <p:nvPr/>
        </p:nvPicPr>
        <p:blipFill>
          <a:blip r:embed="rId3"/>
          <a:srcRect t="6122"/>
          <a:stretch>
            <a:fillRect/>
          </a:stretch>
        </p:blipFill>
        <p:spPr>
          <a:xfrm>
            <a:off x="20" y="10"/>
            <a:ext cx="4000480" cy="4005933"/>
          </a:xfrm>
          <a:custGeom>
            <a:avLst/>
            <a:gdLst/>
            <a:ahLst/>
            <a:cxnLst/>
            <a:rect l="l" t="t" r="r" b="b"/>
            <a:pathLst>
              <a:path w="4000500" h="4005943">
                <a:moveTo>
                  <a:pt x="0" y="0"/>
                </a:moveTo>
                <a:lnTo>
                  <a:pt x="4000500" y="0"/>
                </a:lnTo>
                <a:lnTo>
                  <a:pt x="4000500" y="3936797"/>
                </a:lnTo>
                <a:lnTo>
                  <a:pt x="3316514" y="4005943"/>
                </a:lnTo>
                <a:lnTo>
                  <a:pt x="0" y="3964175"/>
                </a:lnTo>
                <a:close/>
              </a:path>
            </a:pathLst>
          </a:custGeom>
        </p:spPr>
      </p:pic>
      <p:pic>
        <p:nvPicPr>
          <p:cNvPr id="20" name="Picture 19" descr="A screenshot of a computer&#10;&#10;AI-generated content may be incorrect.">
            <a:extLst>
              <a:ext uri="{FF2B5EF4-FFF2-40B4-BE49-F238E27FC236}">
                <a16:creationId xmlns:a16="http://schemas.microsoft.com/office/drawing/2014/main" id="{7C5F08F1-C133-A8FA-4698-53F065C5277F}"/>
              </a:ext>
            </a:extLst>
          </p:cNvPr>
          <p:cNvPicPr>
            <a:picLocks noChangeAspect="1"/>
          </p:cNvPicPr>
          <p:nvPr/>
        </p:nvPicPr>
        <p:blipFill>
          <a:blip r:embed="rId4"/>
          <a:srcRect r="63530" b="1"/>
          <a:stretch>
            <a:fillRect/>
          </a:stretch>
        </p:blipFill>
        <p:spPr>
          <a:xfrm>
            <a:off x="4191002" y="10"/>
            <a:ext cx="3809998" cy="3917529"/>
          </a:xfrm>
          <a:custGeom>
            <a:avLst/>
            <a:gdLst/>
            <a:ahLst/>
            <a:cxnLst/>
            <a:rect l="l" t="t" r="r" b="b"/>
            <a:pathLst>
              <a:path w="3809998" h="3917539">
                <a:moveTo>
                  <a:pt x="0" y="0"/>
                </a:moveTo>
                <a:lnTo>
                  <a:pt x="3809998" y="0"/>
                </a:lnTo>
                <a:lnTo>
                  <a:pt x="3809998" y="3909212"/>
                </a:lnTo>
                <a:lnTo>
                  <a:pt x="1781628" y="3737429"/>
                </a:lnTo>
                <a:lnTo>
                  <a:pt x="0" y="3917539"/>
                </a:lnTo>
                <a:close/>
              </a:path>
            </a:pathLst>
          </a:custGeom>
        </p:spPr>
      </p:pic>
      <p:pic>
        <p:nvPicPr>
          <p:cNvPr id="13" name="Picture 12" descr="A screenshot of a computer&#10;&#10;AI-generated content may be incorrect.">
            <a:extLst>
              <a:ext uri="{FF2B5EF4-FFF2-40B4-BE49-F238E27FC236}">
                <a16:creationId xmlns:a16="http://schemas.microsoft.com/office/drawing/2014/main" id="{FDF3AF43-B18B-79A3-4496-08D1530EF72D}"/>
              </a:ext>
            </a:extLst>
          </p:cNvPr>
          <p:cNvPicPr>
            <a:picLocks noChangeAspect="1"/>
          </p:cNvPicPr>
          <p:nvPr/>
        </p:nvPicPr>
        <p:blipFill>
          <a:blip r:embed="rId5"/>
          <a:srcRect t="11954" r="-3" b="27677"/>
          <a:stretch>
            <a:fillRect/>
          </a:stretch>
        </p:blipFill>
        <p:spPr>
          <a:xfrm>
            <a:off x="8191500" y="10"/>
            <a:ext cx="4000500" cy="3959022"/>
          </a:xfrm>
          <a:custGeom>
            <a:avLst/>
            <a:gdLst/>
            <a:ahLst/>
            <a:cxnLst/>
            <a:rect l="l" t="t" r="r" b="b"/>
            <a:pathLst>
              <a:path w="4000500" h="3959032">
                <a:moveTo>
                  <a:pt x="0" y="0"/>
                </a:moveTo>
                <a:lnTo>
                  <a:pt x="4000500" y="0"/>
                </a:lnTo>
                <a:lnTo>
                  <a:pt x="4000500" y="3959032"/>
                </a:lnTo>
                <a:lnTo>
                  <a:pt x="9072" y="3926114"/>
                </a:lnTo>
                <a:lnTo>
                  <a:pt x="0" y="3925346"/>
                </a:lnTo>
                <a:close/>
              </a:path>
            </a:pathLst>
          </a:custGeom>
        </p:spPr>
      </p:pic>
      <p:grpSp>
        <p:nvGrpSpPr>
          <p:cNvPr id="70" name="Group 69">
            <a:extLst>
              <a:ext uri="{FF2B5EF4-FFF2-40B4-BE49-F238E27FC236}">
                <a16:creationId xmlns:a16="http://schemas.microsoft.com/office/drawing/2014/main" id="{AC0B7807-0C83-4963-821A-69B172722E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12192000" cy="757168"/>
            <a:chOff x="0" y="2959818"/>
            <a:chExt cx="12192000" cy="757168"/>
          </a:xfrm>
        </p:grpSpPr>
        <p:sp>
          <p:nvSpPr>
            <p:cNvPr id="71" name="Freeform: Shape 40">
              <a:extLst>
                <a:ext uri="{FF2B5EF4-FFF2-40B4-BE49-F238E27FC236}">
                  <a16:creationId xmlns:a16="http://schemas.microsoft.com/office/drawing/2014/main" id="{BB027EC7-3252-48A2-A7A4-1741F72E47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Shape 41">
              <a:extLst>
                <a:ext uri="{FF2B5EF4-FFF2-40B4-BE49-F238E27FC236}">
                  <a16:creationId xmlns:a16="http://schemas.microsoft.com/office/drawing/2014/main" id="{4EBC51E4-7477-4290-BBD0-18AD942C3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6">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5" name="Title 7">
            <a:extLst>
              <a:ext uri="{FF2B5EF4-FFF2-40B4-BE49-F238E27FC236}">
                <a16:creationId xmlns:a16="http://schemas.microsoft.com/office/drawing/2014/main" id="{2B4E07CC-7101-F9BD-F39B-CB4B15468301}"/>
              </a:ext>
            </a:extLst>
          </p:cNvPr>
          <p:cNvSpPr txBox="1">
            <a:spLocks/>
          </p:cNvSpPr>
          <p:nvPr/>
        </p:nvSpPr>
        <p:spPr>
          <a:xfrm>
            <a:off x="6096000" y="4005943"/>
            <a:ext cx="6143626" cy="2759751"/>
          </a:xfrm>
          <a:prstGeom prst="rect">
            <a:avLst/>
          </a:prstGeom>
        </p:spPr>
        <p:txBody>
          <a:bodyPr vert="horz" wrap="square" lIns="91440" tIns="45720" rIns="91440" bIns="45720" rtlCol="0"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chemeClr val="bg1"/>
                </a:solidFill>
              </a:rPr>
              <a:t>Scalable</a:t>
            </a:r>
          </a:p>
          <a:p>
            <a:r>
              <a:rPr lang="en-US" sz="2400" dirty="0">
                <a:solidFill>
                  <a:schemeClr val="bg1"/>
                </a:solidFill>
              </a:rPr>
              <a:t>Privacy protected: Local hosted LLM</a:t>
            </a:r>
          </a:p>
          <a:p>
            <a:r>
              <a:rPr lang="en-US" sz="2400" dirty="0">
                <a:solidFill>
                  <a:schemeClr val="bg1"/>
                </a:solidFill>
              </a:rPr>
              <a:t>Role based Control: Access based on need to know</a:t>
            </a:r>
          </a:p>
          <a:p>
            <a:r>
              <a:rPr lang="en-US" sz="2400" dirty="0">
                <a:solidFill>
                  <a:schemeClr val="bg1"/>
                </a:solidFill>
              </a:rPr>
              <a:t>Least privilege Authentication: No human error</a:t>
            </a:r>
          </a:p>
          <a:p>
            <a:r>
              <a:rPr lang="en-US" sz="2400" dirty="0">
                <a:solidFill>
                  <a:schemeClr val="bg1"/>
                </a:solidFill>
              </a:rPr>
              <a:t>Secret Manager: No accidental leak of data</a:t>
            </a:r>
          </a:p>
          <a:p>
            <a:endParaRPr lang="en-US" sz="2400" dirty="0">
              <a:solidFill>
                <a:schemeClr val="bg1"/>
              </a:solidFill>
            </a:endParaRPr>
          </a:p>
        </p:txBody>
      </p:sp>
    </p:spTree>
    <p:extLst>
      <p:ext uri="{BB962C8B-B14F-4D97-AF65-F5344CB8AC3E}">
        <p14:creationId xmlns:p14="http://schemas.microsoft.com/office/powerpoint/2010/main" val="40670041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5"/>
                                        </p:tgtEl>
                                        <p:attrNameLst>
                                          <p:attrName>style.visibility</p:attrName>
                                        </p:attrNameLst>
                                      </p:cBhvr>
                                      <p:to>
                                        <p:strVal val="visible"/>
                                      </p:to>
                                    </p:set>
                                    <p:animEffect transition="in" filter="fade">
                                      <p:cBhvr>
                                        <p:cTn id="10" dur="7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6A571-3ED9-B7AB-F45B-F3E5E9AD614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D3795C3-740E-1124-1CF9-5A0B40283155}"/>
              </a:ext>
            </a:extLst>
          </p:cNvPr>
          <p:cNvSpPr/>
          <p:nvPr/>
        </p:nvSpPr>
        <p:spPr>
          <a:xfrm>
            <a:off x="0" y="0"/>
            <a:ext cx="12192000" cy="6891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90000"/>
              </a:lnSpc>
              <a:spcBef>
                <a:spcPct val="0"/>
              </a:spcBef>
              <a:spcAft>
                <a:spcPts val="600"/>
              </a:spcAft>
            </a:pPr>
            <a:r>
              <a:rPr lang="en-US" dirty="0">
                <a:solidFill>
                  <a:srgbClr val="FFFFFF"/>
                </a:solidFill>
              </a:rPr>
              <a:t>Risk-Mitigation</a:t>
            </a:r>
          </a:p>
        </p:txBody>
      </p:sp>
      <p:graphicFrame>
        <p:nvGraphicFramePr>
          <p:cNvPr id="2" name="Table 1">
            <a:extLst>
              <a:ext uri="{FF2B5EF4-FFF2-40B4-BE49-F238E27FC236}">
                <a16:creationId xmlns:a16="http://schemas.microsoft.com/office/drawing/2014/main" id="{519E536C-9AB1-8EA3-3C0B-E13740985392}"/>
              </a:ext>
            </a:extLst>
          </p:cNvPr>
          <p:cNvGraphicFramePr>
            <a:graphicFrameLocks noGrp="1"/>
          </p:cNvGraphicFramePr>
          <p:nvPr>
            <p:extLst>
              <p:ext uri="{D42A27DB-BD31-4B8C-83A1-F6EECF244321}">
                <p14:modId xmlns:p14="http://schemas.microsoft.com/office/powerpoint/2010/main" val="4159307221"/>
              </p:ext>
            </p:extLst>
          </p:nvPr>
        </p:nvGraphicFramePr>
        <p:xfrm>
          <a:off x="321365" y="1325880"/>
          <a:ext cx="5138532" cy="2926080"/>
        </p:xfrm>
        <a:graphic>
          <a:graphicData uri="http://schemas.openxmlformats.org/drawingml/2006/table">
            <a:tbl>
              <a:tblPr/>
              <a:tblGrid>
                <a:gridCol w="2569266">
                  <a:extLst>
                    <a:ext uri="{9D8B030D-6E8A-4147-A177-3AD203B41FA5}">
                      <a16:colId xmlns:a16="http://schemas.microsoft.com/office/drawing/2014/main" val="4212741823"/>
                    </a:ext>
                  </a:extLst>
                </a:gridCol>
                <a:gridCol w="2569266">
                  <a:extLst>
                    <a:ext uri="{9D8B030D-6E8A-4147-A177-3AD203B41FA5}">
                      <a16:colId xmlns:a16="http://schemas.microsoft.com/office/drawing/2014/main" val="1509469821"/>
                    </a:ext>
                  </a:extLst>
                </a:gridCol>
              </a:tblGrid>
              <a:tr h="0">
                <a:tc>
                  <a:txBody>
                    <a:bodyPr/>
                    <a:lstStyle/>
                    <a:p>
                      <a:pPr algn="ctr">
                        <a:buNone/>
                      </a:pPr>
                      <a:r>
                        <a:rPr lang="en-US" b="1" dirty="0">
                          <a:solidFill>
                            <a:schemeClr val="bg1"/>
                          </a:solidFill>
                        </a:rPr>
                        <a:t>Risk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buNone/>
                      </a:pPr>
                      <a:r>
                        <a:rPr lang="en-US" b="1" dirty="0">
                          <a:solidFill>
                            <a:schemeClr val="bg1"/>
                          </a:solidFill>
                        </a:rPr>
                        <a:t>Your 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847239507"/>
                  </a:ext>
                </a:extLst>
              </a:tr>
              <a:tr h="0">
                <a:tc>
                  <a:txBody>
                    <a:bodyPr/>
                    <a:lstStyle/>
                    <a:p>
                      <a:pPr algn="ctr">
                        <a:buNone/>
                      </a:pPr>
                      <a:r>
                        <a:rPr lang="en-US"/>
                        <a:t>Hallucination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t>Template + Analytical Engine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0533011"/>
                  </a:ext>
                </a:extLst>
              </a:tr>
              <a:tr h="0">
                <a:tc>
                  <a:txBody>
                    <a:bodyPr/>
                    <a:lstStyle/>
                    <a:p>
                      <a:pPr algn="ctr">
                        <a:buNone/>
                      </a:pPr>
                      <a:r>
                        <a:rPr lang="en-US"/>
                        <a:t>Inconsistency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t>Dependency Engine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6099872"/>
                  </a:ext>
                </a:extLst>
              </a:tr>
              <a:tr h="0">
                <a:tc>
                  <a:txBody>
                    <a:bodyPr/>
                    <a:lstStyle/>
                    <a:p>
                      <a:pPr algn="ctr">
                        <a:buNone/>
                      </a:pPr>
                      <a:r>
                        <a:rPr lang="en-US"/>
                        <a:t>Traceability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t>Knowledge Graph/Persistence state/validation certificate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6559823"/>
                  </a:ext>
                </a:extLst>
              </a:tr>
              <a:tr h="0">
                <a:tc>
                  <a:txBody>
                    <a:bodyPr/>
                    <a:lstStyle/>
                    <a:p>
                      <a:pPr algn="ctr">
                        <a:buNone/>
                      </a:pPr>
                      <a:r>
                        <a:rPr lang="en-US"/>
                        <a:t>Compliance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t>Validator Layer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6094126"/>
                  </a:ext>
                </a:extLst>
              </a:tr>
            </a:tbl>
          </a:graphicData>
        </a:graphic>
      </p:graphicFrame>
    </p:spTree>
    <p:extLst>
      <p:ext uri="{BB962C8B-B14F-4D97-AF65-F5344CB8AC3E}">
        <p14:creationId xmlns:p14="http://schemas.microsoft.com/office/powerpoint/2010/main" val="27548514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417</TotalTime>
  <Words>277</Words>
  <Application>Microsoft Macintosh PowerPoint</Application>
  <PresentationFormat>Widescreen</PresentationFormat>
  <Paragraphs>38</Paragraphs>
  <Slides>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PowerPoint Presentation</vt:lpstr>
      <vt:lpstr>PowerPoint Presentation</vt:lpstr>
      <vt:lpstr>Example: How risk is minimised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Mritunjay Kumar</dc:creator>
  <cp:lastModifiedBy>Mritunjay Kumar</cp:lastModifiedBy>
  <cp:revision>3</cp:revision>
  <dcterms:created xsi:type="dcterms:W3CDTF">2026-04-10T12:54:55Z</dcterms:created>
  <dcterms:modified xsi:type="dcterms:W3CDTF">2026-04-10T19:52:27Z</dcterms:modified>
</cp:coreProperties>
</file>